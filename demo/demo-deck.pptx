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27</c:v>
                </c:pt>
                <c:pt idx="3">
                  <c:v>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0052CC"/>
                </a:solidFill>
              </a:rPr>
              <a:t>Northwind Coffee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review -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52CC"/>
                </a:solidFill>
              </a:rPr>
              <a:t>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89520" y="1645920"/>
          <a:ext cx="3840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0052C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52CC"/>
                </a:solidFill>
              </a:rP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1F2A44"/>
                </a:solidFill>
              </a:rPr>
              <a:t>Two new roasteries open in January</a:t>
            </a:r>
          </a:p>
          <a:p>
            <a:r>
              <a:rPr sz="2000">
                <a:solidFill>
                  <a:srgbClr val="1F2A44"/>
                </a:solidFill>
              </a:rPr>
              <a:t>Subscription churn under 3%</a:t>
            </a:r>
          </a:p>
          <a:p>
            <a:r>
              <a:rPr sz="2000">
                <a:solidFill>
                  <a:srgbClr val="1F2A44"/>
                </a:solidFill>
              </a:rPr>
              <a:t>Roll out the loyalty card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